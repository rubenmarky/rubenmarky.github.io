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3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B885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E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· 1° E.P.J.A.  ·  CIERRE DEL AÑO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E1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artificial,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ética y futuro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trabajo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promesas mágicas ni profecías apocalípticas.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que vos seas quien la usa.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Ciclo lectivo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aprender?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sí y para qué 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asistentes más usados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Ética: las preguntas difíciles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escribir buenos prompts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 del trabajo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límites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y tu identidad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hs cátedra · 8 actividades · La unidad que cierra el año.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 inteligencia artificial?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881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137160" cy="146304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Campo de la informática que estudia cómo lograr que las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computadoras realicen tareas que requerirían inteligencia humana.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NUEVA — TIENE 75 AÑOS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6289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imagina máquinas pensantes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43300" y="4297680"/>
            <a:ext cx="26289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3300" y="4434840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26180" y="51663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el término «IA»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4297680"/>
            <a:ext cx="26289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434840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51663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máquina vence a Kasparov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66860" y="4297680"/>
            <a:ext cx="26289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6860" y="4434840"/>
            <a:ext cx="2628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49740" y="51663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al público general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familias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tradicional  vs  IA generativa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5303520" cy="640080"/>
          </a:xfrm>
          <a:prstGeom prst="rect">
            <a:avLst/>
          </a:prstGeom>
          <a:solidFill>
            <a:srgbClr val="8A827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TRADICIONAL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Clasifica, predice, recomienda.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Filtro de spam del correo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que aprueba créditos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Recomendaciones de YouTube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Recomendaciones de Netflix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Cámaras de seguridad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286000"/>
            <a:ext cx="5303520" cy="64008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 contenido NUEVO.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657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Texto (ChatGPT, Claude, Gemini)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Imágenes (DALL-E, Midjourney)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(voces sintéticas)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(Sora)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 (Copilot)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generativa es la que explotó en los últimos años. De eso vamos a hablar.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entender de qué estamos hablando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un autocompletado gigantesco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no «piensa» ni «entiende». Predice la siguiente palabra más probable.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651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«El cielo está...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0" y="26517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632F"/>
                </a:solidFill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70%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3611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solidFill>
            <a:srgbClr val="FFF4E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97680"/>
            <a:ext cx="137160" cy="1645920"/>
          </a:xfrm>
          <a:prstGeom prst="rect">
            <a:avLst/>
          </a:prstGeom>
          <a:solidFill>
            <a:srgbClr val="B86E0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Si entendés esto, entendés por qué...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8463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 veces «alucina» (inventa cosas que suenan bien)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...puede tener sesgos (los heredó del texto con el que aprendió)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...es buena imitando estilos pero falla en hechos concretos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asistentes principales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todos hacen lo mismo a nivel básico. Las diferencias están en los detalles.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06654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2066544" cy="13716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popular y conocido.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gratuita disponible.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80944" y="2468880"/>
            <a:ext cx="206654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2468880"/>
            <a:ext cx="2066544" cy="13716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12" name="Text 10"/>
          <p:cNvSpPr/>
          <p:nvPr/>
        </p:nvSpPr>
        <p:spPr>
          <a:xfrm>
            <a:off x="2980944" y="2743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980944" y="32918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18104" y="37490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con Gmail y Drive.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si ya usás Google.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30368" y="2468880"/>
            <a:ext cx="206654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2468880"/>
            <a:ext cx="2066544" cy="13716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17" name="Text 15"/>
          <p:cNvSpPr/>
          <p:nvPr/>
        </p:nvSpPr>
        <p:spPr>
          <a:xfrm>
            <a:off x="5230368" y="2743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30368" y="32918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67528" y="37490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 para textos largos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análisis cuidadosos.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79792" y="2468880"/>
            <a:ext cx="206654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9792" y="2468880"/>
            <a:ext cx="2066544" cy="13716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22" name="Text 20"/>
          <p:cNvSpPr/>
          <p:nvPr/>
        </p:nvSpPr>
        <p:spPr>
          <a:xfrm>
            <a:off x="7479792" y="2743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79792" y="32918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16952" y="37490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 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Microsoft 365.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29216" y="2468880"/>
            <a:ext cx="2066544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29216" y="2468880"/>
            <a:ext cx="2066544" cy="13716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27" name="Text 25"/>
          <p:cNvSpPr/>
          <p:nvPr/>
        </p:nvSpPr>
        <p:spPr>
          <a:xfrm>
            <a:off x="9729216" y="2743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AI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729216" y="32918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66376" y="3749040"/>
            <a:ext cx="1792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dentro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 Instagram.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 no es elegir bando: si arrancás con uno, los demás los manejás enseguida.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Buenos prompts · darle CONTEXTO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es la instrucción que le das a la IA. La calidad depende de cómo se la das.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035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PROMPT MAL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«Escribime un mail.»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Respuesta vaga, genérica,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no sirve para tu situación.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3035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PROMPT BIEN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«Soy auxiliar administrativo en una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PyME de Misiones. Necesito escribir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mail al gerente de RRHH pidiendo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licencia médica de 5 días.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Tono formal pero cercano.»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Mail con tu situación real,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enviar.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D3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E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básica que cambia todo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Tratá a la IA como a un</a:t>
            </a:r>
            <a:endParaRPr lang="en-US" sz="3600" dirty="0"/>
          </a:p>
          <a:p>
            <a:pPr indent="0" marL="0">
              <a:buNone/>
            </a:pPr>
            <a:r>
              <a:rPr lang="en-US" sz="3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colaborador muy capaz</a:t>
            </a:r>
            <a:endParaRPr lang="en-US" sz="3600" dirty="0"/>
          </a:p>
          <a:p>
            <a:pPr indent="0" marL="0">
              <a:buNone/>
            </a:pPr>
            <a:r>
              <a:rPr lang="en-US" sz="3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recién llegado al puesto.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nada de tu situación a menos que se lo cuentes.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5212080"/>
            <a:ext cx="10058400" cy="0"/>
          </a:xfrm>
          <a:prstGeom prst="line">
            <a:avLst/>
          </a:prstGeom>
          <a:noFill/>
          <a:ln w="12700">
            <a:solidFill>
              <a:srgbClr val="B8A0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349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gente que se queja de que la IA no sirve, suele hacerle pedidos genéricos.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que le saca jugo, le habla con detalle.»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Sus límites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la IA «alucina»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que suena plausible pero está COMPLETAMENTE INVENTADA.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TÍPICOS DE ALUCINACIÓN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926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libros que no existen, o frases que el autor nunca dijo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66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5661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 estadísticas, fechas o porcentajes que «suenan bien»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42062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arma el resumen detallado de una ley o sentencia inexistente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46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8463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 funciones de programas o comandos que no existen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532120"/>
            <a:ext cx="10881360" cy="777240"/>
          </a:xfrm>
          <a:prstGeom prst="rect">
            <a:avLst/>
          </a:prstGeom>
          <a:solidFill>
            <a:srgbClr val="FFE0E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532120"/>
            <a:ext cx="137160" cy="777240"/>
          </a:xfrm>
          <a:prstGeom prst="rect">
            <a:avLst/>
          </a:prstGeom>
          <a:solidFill>
            <a:srgbClr val="B8202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REGLA DE ORO:  siempre verificá los datos importantes en una fuente confiable.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qué sí y para qué 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5303520" cy="54864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DONDE BRILLA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Borradores de mails y cartas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Reformular textos (más formal, más claro)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29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Resumir documentos largos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22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Traducir entre idiomas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315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Explicar conceptos difíciles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Lluvia de ideas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102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Estructurar info en cuadros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495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Ayuda en programación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53035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03120"/>
            <a:ext cx="5303520" cy="548640"/>
          </a:xfrm>
          <a:prstGeom prst="rect">
            <a:avLst/>
          </a:prstGeom>
          <a:solidFill>
            <a:srgbClr val="B82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03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DONDE NO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Diagnóstico médico definitivo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Consejo legal vinculante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529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Decisiones que afectan a otros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922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Cargarle DNI o datos bancarios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315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Cargarle contraseñas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Reemplazar tu voz personal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5102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Tomar decisiones por vos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5495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Como única fuente para algo importante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Ética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¿Puedo usar IA para un trabajo escolar?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distinción que cambia todo.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03520" cy="3474720"/>
          </a:xfrm>
          <a:prstGeom prst="rect">
            <a:avLst/>
          </a:prstGeom>
          <a:solidFill>
            <a:srgbClr val="E8F5E9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COMO APOYO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F6B4F"/>
                </a:solidFill>
              </a:rPr>
              <a:t>✓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ayuda con un borrador.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corrige ortografía.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da ideas.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editás, pensás y entregás.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303520" cy="3474720"/>
          </a:xfrm>
          <a:prstGeom prst="rect">
            <a:avLst/>
          </a:prstGeom>
          <a:solidFill>
            <a:srgbClr val="FFE0E0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COMO PROPIO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3108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2020"/>
                </a:solidFill>
              </a:rPr>
              <a:t>✗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9224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Entregás algo escrito por la máquina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presentás como tuyo.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engaño.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además: si la IA piensa por vos, no aprendiste vos. La pregunta práctica es: ¿estás aprendiendo o solo cumpliendo?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D3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E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millón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solidFill>
            <a:srgbClr val="5A181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«¿La IA me va a reemplazar?»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E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correcta es otra.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10332720" cy="155448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«¿Voy a quedar atrás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no aprender a usarla?»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usarla no requiere ser experto/a en informática.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lo que estás haciendo ahora: estudiar, probar, equivocarse, mantenerse curioso/a.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mapa del trabajo que viene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3566160" cy="77724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TRANSFORMAN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Cambian, no desaparecen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Administrativos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Atención al cliente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Programación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Diseño gráfico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Periodismo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486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Traducción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194560"/>
            <a:ext cx="3566160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nuevos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Especialista en prompts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Entrenadores de modelos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Ética de 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Verificadores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Auditores de algoritmos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0" y="21945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194560"/>
            <a:ext cx="3566160" cy="77724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Resistentes a la automatización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Electricistas, plomeros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Mecánicos, técnicos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 de salud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Docentes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Cocineros, peluqueros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5486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Cuidadores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buena noticia para la EPET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Oficio técnico  +  manejo digital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 la combinación más sólida para los próximos años.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4114800" cy="2743200"/>
          </a:xfrm>
          <a:prstGeom prst="ellipse">
            <a:avLst/>
          </a:prstGeom>
          <a:solidFill>
            <a:srgbClr val="E8F5E9"/>
          </a:solidFill>
          <a:ln w="38100">
            <a:solidFill>
              <a:srgbClr val="3F6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🔧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OFICIO TÉCNICO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Electricidad, mecánica,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2743200"/>
            <a:ext cx="4114800" cy="2743200"/>
          </a:xfrm>
          <a:prstGeom prst="ellipse">
            <a:avLst/>
          </a:prstGeom>
          <a:solidFill>
            <a:srgbClr val="FFF4E0"/>
          </a:solidFill>
          <a:ln w="38100">
            <a:solidFill>
              <a:srgbClr val="B88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926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🤖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31520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B8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DIGITAL + 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4297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estás aprendiendo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este año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C1632F"/>
                </a:solidFill>
              </a:rPr>
              <a:t>+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electricista que sabe usar IA para presupuestos, clientes y técnicas nuevas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una ventaja enorme sobre quien solo sabe lo manual.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Identidad digital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Deepfakes: cuando ver ya no es creer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137160" cy="1097280"/>
          </a:xfrm>
          <a:prstGeom prst="rect">
            <a:avLst/>
          </a:prstGeom>
          <a:solidFill>
            <a:srgbClr val="B8202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Video, imagen o audio falso donde una persona real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aparece diciendo o haciendo algo que nunca hizo.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RIESGOS COTIDIANOS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Estafas con audios falsos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39319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«Hola mamá, perdí el celular, mandame plata»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63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4663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Videos falsos de figuras públicas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4663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Diciendo cosas que nunca dijeron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94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5394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Imágenes para difamar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5394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manipuladas con fines de extorsión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protegerte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reglas concretas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B885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VERIFICÁ POR OTRO CANAL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recibís un audio urgente de un familiar pidiendo plata, llamalo. Mandale WhatsApp normal. Preguntá algo que solo esa persona sabría.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B8852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337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PUBLICÁ MENOS DE VOS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703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audio y video. Cuanto menos material tuyo circule, más difícil es clonarte.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B8852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CONFIGURÁ LA PRIVACIDAD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663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todas tus redes. Tu contenido no debe estar a disposición de cualquiera.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349240"/>
            <a:ext cx="502920" cy="502920"/>
          </a:xfrm>
          <a:prstGeom prst="ellipse">
            <a:avLst/>
          </a:prstGeom>
          <a:solidFill>
            <a:srgbClr val="B8852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257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VERIFICÁ ANTES DE COMPARTIR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5623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ves un video escandaloso de un famoso, antes de creer o reenviar, buscá en medios serios.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preocupación interesante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voz digital propia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881360" cy="1554480"/>
          </a:xfrm>
          <a:prstGeom prst="rect">
            <a:avLst/>
          </a:prstGeom>
          <a:solidFill>
            <a:srgbClr val="FFE0E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137160" cy="1554480"/>
          </a:xfrm>
          <a:prstGeom prst="rect">
            <a:avLst/>
          </a:prstGeom>
          <a:solidFill>
            <a:srgbClr val="B8202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El riesgo de volverse intercambiable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lo que publicás suena exactamente igual a lo que escribe todo el mundo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(porque todos usan ChatGPT con prompts parecidos), te volvés intercambiable.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voz, tu manera de decir las cosas, tu personalidad se diluye.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088136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114800"/>
            <a:ext cx="137160" cy="155448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51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La regla simple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la IA como herramienta, NO como sustituto de tu pensamiento.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te ayude a escribir más rápido. Que NO te reemplace al pensar.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voz vale precisamente porque es tuya.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clave del año digital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artificial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2468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tareas que requerirían inteligencia humana.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generativa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IA que crea contenido nuevo.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IA en sí (GPT, Gemini, Claude).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instrucción que se le da a la IA.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Alucinación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inventada que parece verdadera.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Sesgo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Prejuicio heredado del material de entrenamiento.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 de corte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937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hasta la cual el modelo tiene información.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5349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imagen o audio falso de una persona real.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Asistente conversacional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5760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al que se le habla en lenguaje natural.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año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 podés explicar?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194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IA tradicional de IA generativa.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prompts efectivos con contexto y formato.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83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alucinaciones y verificar información.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cuándo conviene usar IA y cuándo no.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Argumentar una postura ética sobre el uso de IA.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 deepfake y tomar precauciones.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2960" y="58064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760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en cómo la IA afecta tu propio oficio.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este año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Repasamos el camino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informática, dato vs información, binario.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almacenamiento, periféricos.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y SO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474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operativo, archivos, software libre.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Productividad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114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nube, seguridad, identidad digital.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Pens. computacional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4754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Algoritmos, diagramas de flujo, primer Scratch.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394960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63040" y="5394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y trabajo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54880" y="53949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generativa, prompts, ética, futuro del trabajo.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Recorriste un camino largo y completo. Hoy manejás conceptos que mucha gente todavía no maneja bien.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palabra antes de irnos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8813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137160" cy="5029200"/>
          </a:xfrm>
          <a:prstGeom prst="rect">
            <a:avLst/>
          </a:prstGeom>
          <a:solidFill>
            <a:srgbClr val="B8852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459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persona adulta que decide volver al estudio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elegir especializarse en informática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8346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está dando a sí misma una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 de transformación.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42062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para conseguir un mejor trabajo.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para acompañar a tus hijos,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ayudar a tus padres con un trámite,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emprender,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entender el mundo en el que vivimos.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· IA y futuro del trabajo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D3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743200"/>
            <a:ext cx="5486400" cy="5486400"/>
          </a:xfrm>
          <a:prstGeom prst="ellipse">
            <a:avLst/>
          </a:prstGeom>
          <a:solidFill>
            <a:srgbClr val="B885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E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AÑO  · 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</a:t>
            </a:r>
            <a:endParaRPr lang="en-US" sz="6000" dirty="0"/>
          </a:p>
          <a:p>
            <a:pPr indent="0" marL="0">
              <a:buNone/>
            </a:pPr>
            <a:r>
              <a:rPr lang="en-US" sz="60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esfuerzo</a:t>
            </a:r>
            <a:endParaRPr lang="en-US" sz="6000" dirty="0"/>
          </a:p>
          <a:p>
            <a:pPr indent="0" marL="0">
              <a:buNone/>
            </a:pPr>
            <a:r>
              <a:rPr lang="en-US" sz="60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este año.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E1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recién empieza.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¡Nos vemos en 2° año!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1° E.P.J.A.  ·  EPET N°7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6 - IA, ética y futuro del trabajo</dc:title>
  <dc:subject>PptxGenJS Presentation</dc:subject>
  <dc:creator>Docente E.P.J.A. - EPET N°7</dc:creator>
  <cp:lastModifiedBy>Docente E.P.J.A. - EPET N°7</cp:lastModifiedBy>
  <cp:revision>1</cp:revision>
  <dcterms:created xsi:type="dcterms:W3CDTF">2026-05-29T19:01:01Z</dcterms:created>
  <dcterms:modified xsi:type="dcterms:W3CDTF">2026-05-29T19:01:01Z</dcterms:modified>
</cp:coreProperties>
</file>