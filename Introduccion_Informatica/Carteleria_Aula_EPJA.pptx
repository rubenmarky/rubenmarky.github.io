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463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UNIDADES DEL BYTE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nivel  ≈  × 1.000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62819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651760"/>
            <a:ext cx="182880" cy="1234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76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Byte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926080" y="265176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80560" y="265176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letra: «A»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62819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069080"/>
            <a:ext cx="182880" cy="1234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6908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KB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926080" y="40690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1.000 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40690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página de texto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62819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486400"/>
            <a:ext cx="182880" cy="1234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48640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MB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2926080" y="548640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1.000 KB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80560" y="54864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foto del celular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6903720"/>
            <a:ext cx="62819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6903720"/>
            <a:ext cx="182880" cy="1234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69037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GB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926080" y="690372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1.000 MB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480560" y="69037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película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" y="8321040"/>
            <a:ext cx="628192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8321040"/>
            <a:ext cx="182880" cy="123444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832104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TB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2926080" y="832104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1.000 GB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480560" y="83210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Años de fotos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65760" y="10241280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4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 ·  Introducción a la Informática  ·  1° E.P.J.A.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ATAJOS DE TECLADO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spc="4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teclas que cambian tu velocidad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C1632F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108960" y="24688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C1632F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37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V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08960" y="33375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C1632F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206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X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08960" y="42062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C1632F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074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Z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08960" y="50749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Deshacer  (¡el botón mágico!)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94360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C1632F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943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108960" y="59436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68122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C1632F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812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F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108960" y="68122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en un documento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768096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C1632F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7680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+ Tab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108960" y="76809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ventana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8640" y="85496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C1632F"/>
          </a:solidFill>
          <a:ln w="12700">
            <a:solidFill>
              <a:srgbClr val="E8A3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8549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⊞ + L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108960" y="8549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la PC al irte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5760" y="10241280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4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 ·  Introducción a la Informática  ·  1° E.P.J.A.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10195560"/>
            <a:ext cx="7562088" cy="457200"/>
          </a:xfrm>
          <a:prstGeom prst="rect">
            <a:avLst/>
          </a:prstGeom>
          <a:solidFill>
            <a:srgbClr val="10293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10241280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4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 ·  Introducción a la Informática  ·  1° E.P.J.A.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A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5A0F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C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675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CUIDADO CON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ESTAFAS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spc="400" kern="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reglas que te ahorran un disgusto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822960" cy="822960"/>
          </a:xfrm>
          <a:prstGeom prst="ellipse">
            <a:avLst/>
          </a:prstGeom>
          <a:solidFill>
            <a:srgbClr val="F6F1E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A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4592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banco, ARCA ni billetera virtual te pide CONTRASEÑA, clave token o CÓDIGOS por teléfono, mail o WhatsApp.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212080"/>
            <a:ext cx="822960" cy="822960"/>
          </a:xfrm>
          <a:prstGeom prst="ellipse">
            <a:avLst/>
          </a:prstGeom>
          <a:solidFill>
            <a:srgbClr val="F6F1E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212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A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45920" y="52120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recibís un mensaje urgente, NO HAGAS CLIC. Entrá vos al sitio oficial desde el navegador.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6766560"/>
            <a:ext cx="822960" cy="822960"/>
          </a:xfrm>
          <a:prstGeom prst="ellipse">
            <a:avLst/>
          </a:prstGeom>
          <a:solidFill>
            <a:srgbClr val="F6F1E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766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A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45920" y="67665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dudás, llamá al teléfono OFICIAL del banco (el que está en tu tarjeta), nunca al del mensaje sospechoso.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8321040"/>
            <a:ext cx="822960" cy="822960"/>
          </a:xfrm>
          <a:prstGeom prst="ellipse">
            <a:avLst/>
          </a:prstGeom>
          <a:solidFill>
            <a:srgbClr val="F6F1E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8321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A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645920" y="83210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compartas DNI ni datos sensibles por mensajes que no pediste.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" y="10241280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400" kern="0" dirty="0">
                <a:solidFill>
                  <a:srgbClr val="B8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 ·  Introducción a la Informática  ·  1° E.P.J.A.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463040"/>
          </a:xfrm>
          <a:prstGeom prst="rect">
            <a:avLst/>
          </a:prstGeom>
          <a:solidFill>
            <a:srgbClr val="7A4F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D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3 ESTRUCTURAS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programación del mundo se construye combinando solo estas tres.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664768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560320"/>
            <a:ext cx="6647688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6647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SECUENCIA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↓ ↓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657600" y="3429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se ejecutan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detrás del otro.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5166360"/>
            <a:ext cx="664768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166360"/>
            <a:ext cx="6647688" cy="73152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663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5166360"/>
            <a:ext cx="6647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SELECCIÓN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↙ ◇ ↘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3657600" y="60350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una condición,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una cosa u otra.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7772400"/>
            <a:ext cx="664768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7772400"/>
            <a:ext cx="6647688" cy="731520"/>
          </a:xfrm>
          <a:prstGeom prst="rect">
            <a:avLst/>
          </a:prstGeom>
          <a:solidFill>
            <a:srgbClr val="7A4FB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77724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" y="7772400"/>
            <a:ext cx="6647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ITERACIÓN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8641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7A4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 ↻ ↻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3657600" y="8641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mientras se cumpla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condición.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10241280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4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 ·  Introducción a la Informática  ·  1° E.P.J.A.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463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¿EN QUIÉN CONFIAR?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semáforo de fuentes en Internet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6647688" cy="2377440"/>
          </a:xfrm>
          <a:prstGeom prst="rect">
            <a:avLst/>
          </a:prstGeom>
          <a:solidFill>
            <a:srgbClr val="E8F5E9"/>
          </a:solidFill>
          <a:ln w="25400">
            <a:solidFill>
              <a:srgbClr val="3F6B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26080"/>
            <a:ext cx="1463040" cy="1463040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2834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4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400" kern="0" dirty="0">
                <a:solidFill>
                  <a:srgbClr val="24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37947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oficiales (.gob.ar),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universidades, medios reconocidos,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OMS, ONU.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5074920"/>
            <a:ext cx="6647688" cy="2377440"/>
          </a:xfrm>
          <a:prstGeom prst="rect">
            <a:avLst/>
          </a:prstGeom>
          <a:solidFill>
            <a:srgbClr val="FFF4E0"/>
          </a:solidFill>
          <a:ln w="25400">
            <a:solidFill>
              <a:srgbClr val="B86E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5532120"/>
            <a:ext cx="1463040" cy="1463040"/>
          </a:xfrm>
          <a:prstGeom prst="ellipse">
            <a:avLst/>
          </a:prstGeom>
          <a:solidFill>
            <a:srgbClr val="B86E00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5440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6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AMARILLO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60320" y="5989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400" kern="0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criterio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64008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Blogs personales, foros,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antes de creer.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7680960"/>
            <a:ext cx="6647688" cy="2377440"/>
          </a:xfrm>
          <a:prstGeom prst="rect">
            <a:avLst/>
          </a:prstGeom>
          <a:solidFill>
            <a:srgbClr val="FFE0E0"/>
          </a:solidFill>
          <a:ln w="25400">
            <a:solidFill>
              <a:srgbClr val="B82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8138160"/>
            <a:ext cx="1463040" cy="1463040"/>
          </a:xfrm>
          <a:prstGeom prst="ellipse">
            <a:avLst/>
          </a:prstGeom>
          <a:solidFill>
            <a:srgbClr val="B82020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8046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ROJO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560320" y="8595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400" kern="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Desconfiar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60320" y="90068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anónimas,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reenviados,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que apela al miedo.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10241280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4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 ·  Introducción a la Informática  ·  1° E.P.J.A.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463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 vs  SOFTWARE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distinción fundamental de la informática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664768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560320"/>
            <a:ext cx="6647688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6032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8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se PUEDE TOCAR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6647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📺  ⌨️  🖱️  💾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31520" y="5212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teclado, mouse, procesador,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memoria, disco, cables, batería.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6400800"/>
            <a:ext cx="664768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6400800"/>
            <a:ext cx="6647688" cy="82296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0080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8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7406640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NO se puede tocar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8138160"/>
            <a:ext cx="6647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💬  📝  🌐  🎮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31520" y="90525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WhatsApp, Word,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navegadores, juegos, las fotos guardadas.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" y="10241280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4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 ·  Introducción a la Informática  ·  1° E.P.J.A.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463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INTERNET  ≠  WEB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confusión clásica que no debe quedar más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6647688" cy="33832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51760"/>
            <a:ext cx="6647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🌐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6647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INTERNET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6647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mundial que conecta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computadoras: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cables, satélites, routers.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6126480"/>
            <a:ext cx="6647688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309360"/>
            <a:ext cx="6647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📄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57200" y="7269480"/>
            <a:ext cx="6647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" y="795528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DENTRO DE INTERNET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8412480"/>
            <a:ext cx="6647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páginas que ves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navegador.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UNO de los servicios.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969264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Internet también viaja: correo, WhatsApp, videollamadas, juegos.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10241280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4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 ·  Introducción a la Informática  ·  1° E.P.J.A.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463040"/>
          </a:xfrm>
          <a:prstGeom prst="rect">
            <a:avLst/>
          </a:prstGeom>
          <a:solidFill>
            <a:srgbClr val="1029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CONTRASEÑAS SEGURAS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llave de toda tu vida digital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22783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5176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12 caracteres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77056" y="2468880"/>
            <a:ext cx="322783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77056" y="265176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Aa1!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77056" y="356616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59936" y="39776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Mayús, minús, números, símbolos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322783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93776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7200" y="585216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servicio importante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77056" y="4754880"/>
            <a:ext cx="322783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77056" y="493776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🚫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877056" y="585216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OBVIO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59936" y="626364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fecha de nacimiento ni «123456»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7223760"/>
            <a:ext cx="6647688" cy="2743200"/>
          </a:xfrm>
          <a:prstGeom prst="rect">
            <a:avLst/>
          </a:prstGeom>
          <a:solidFill>
            <a:srgbClr val="FFF4E0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7223760"/>
            <a:ext cx="137160" cy="2743200"/>
          </a:xfrm>
          <a:prstGeom prst="rect">
            <a:avLst/>
          </a:prstGeom>
          <a:solidFill>
            <a:srgbClr val="B86E0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7360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6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🪄  Truco: una frase tuya, tomá las iniciales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7909560"/>
            <a:ext cx="6647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«Mi primer perro se llamaba Cuchufleta en 2003»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8503920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6E00"/>
                </a:solidFill>
              </a:rPr>
              <a:t>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7200" y="9006840"/>
            <a:ext cx="6647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300" kern="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Mpps11C€2003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65760" y="10241280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400" kern="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 ·  Introducción a la Informática  ·  1° E.P.J.A.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Cartelería del aula · Introducción a la Informática</dc:title>
  <dc:subject>PptxGenJS Presentation</dc:subject>
  <dc:creator>EPET N°7 · 1° E.P.J.A.</dc:creator>
  <cp:lastModifiedBy>EPET N°7 · 1° E.P.J.A.</cp:lastModifiedBy>
  <cp:revision>1</cp:revision>
  <dcterms:created xsi:type="dcterms:W3CDTF">2026-05-30T03:00:33Z</dcterms:created>
  <dcterms:modified xsi:type="dcterms:W3CDTF">2026-05-30T03:00:33Z</dcterms:modified>
</cp:coreProperties>
</file>