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6B33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· 1° E.P.J.A.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Hardware: la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computadora por dentro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Procesador, memoria, almacenamiento y periféricos.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cada pieza y cómo elegir un equipo.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Ciclo lectivo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aprender?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vs software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RAM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6243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624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procesador (CPU)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6243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2624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2826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2826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vs almacenamiento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32826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32826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madre y fuente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9410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placa de video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39410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39410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Periféricos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45994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599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y conectores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0" y="45994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4599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" y="5257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5257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preventivo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clave: vas a usarla en Taller de Mantenimiento de 2° año.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 vs  Software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530352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se PUEDE TOCAR.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«fierros»: monitor, teclado,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procesador, cables, batería.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cae al piso, se rompe.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286000"/>
            <a:ext cx="5303520" cy="64008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NO se puede tocar.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8404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programas: Windows, WhatsApp,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las fotos guardadas.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algún hardware,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no tiene cuerpo.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unidad se concentra en el hardware. El software lo vemos en la Unidad 3.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entenderlo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analogía con un libro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2468880"/>
            <a:ext cx="36576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6517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📕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PAPEL, TINTA, TAPA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del libro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físico.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2468880"/>
            <a:ext cx="36576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26517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✒️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71323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HISTORIA, LAS PALABRAS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del libro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cuenta.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474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papel, la historia no se puede leer. Sin historia, el papel es inútil.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procesador (CPU): el cerebro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las instrucciones y hace las cuentas. Sin él, no hay nada.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92608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5740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5740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instrucción de la memoria.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65176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92608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9788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9788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(suma, compara, mueve datos).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265176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292608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73836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3836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y pasa a la siguiente.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10881360" cy="13716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17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lo hace miles de millones de veces por segundo.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53949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parece que «piensa».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potencia del procesador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números que importan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GHz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RELOJ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operaciones puede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por segundo.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GHz → más rápido.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26060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26060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26060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26060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749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2976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Mini-procesadores adentro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procesador.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núcleos → más cosas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mismo tiempo.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Intel (Core i3, i5, i7, i9)   ·   AMD (Ryzen 3, 5, 7, 9)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analogía útil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procesador es un cocinero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303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👨‍🍳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GHz  =  qué tan rápido pica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cocinero, pero rapidísimo.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un plato complicado.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5303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5603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👨‍🍳 👩‍🍳 👨‍🍳 👩‍🍳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309360" y="4023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Núcleos  =  cuántos cocineros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cocineros, trabajando en paralelo.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muchos platos a la vez.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computadoras modernas combinan las dos cosas.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memoria RAM: el escritorio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la computadora pone temporalmente lo que está usando AHORA.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651760"/>
            <a:ext cx="3566160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Muy rápida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veloz que el disco.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265176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651760"/>
            <a:ext cx="3566160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apagar, se borra todo.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0" y="265176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2651760"/>
            <a:ext cx="3566160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mide en GB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95360" y="3657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Típico: 8, 16, 32 GB.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10881360" cy="914400"/>
          </a:xfrm>
          <a:prstGeom prst="rect">
            <a:avLst/>
          </a:prstGeom>
          <a:solidFill>
            <a:srgbClr val="FFF4E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120640"/>
            <a:ext cx="91440" cy="914400"/>
          </a:xfrm>
          <a:prstGeom prst="rect">
            <a:avLst/>
          </a:prstGeom>
          <a:solidFill>
            <a:srgbClr val="B86E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PC se traba con varias pestañas abiertas?  Casi siempre es falta de RAM.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almacenamiento: el archivero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guarda TODO de forma permanente: sistema, programas, archivos.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5303520" cy="640080"/>
          </a:xfrm>
          <a:prstGeom prst="rect">
            <a:avLst/>
          </a:prstGeom>
          <a:solidFill>
            <a:srgbClr val="8A827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HDD · disco mecánico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vieja, con platos magnéticos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giran como un tocadiscos.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Barato, mucha capacidad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Frágil ante golpes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5303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Hace ruido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377440"/>
            <a:ext cx="5303520" cy="64008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377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SSD · estado sólido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moderna, sin partes móviles.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electrónica pura.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Rapidísimo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Silencioso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Resistente a golpes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5303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Más caro por GB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tenés que elegir: SSD. Es la mejora más importante que se le puede hacer a una compu.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la confusión clásica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  ≠  Almacenamiento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📋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ESCRITORIO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estás usando AHORA.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Rápida. Se borra al apagar.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 32 GB.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303520" cy="36576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3774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🗄️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309360" y="3520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ALMACENAMIENTO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4069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ARCHIVERO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45720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GUARDA.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Permanente. No se borra al apagar.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 a varios TB.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 digan «tengo 8»: preguntá ¿8 qué?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 siempre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 cortó la luz</a:t>
            </a:r>
            <a:endParaRPr lang="en-US" sz="5000" dirty="0"/>
          </a:p>
          <a:p>
            <a:pPr indent="0" marL="0">
              <a:buNone/>
            </a:pPr>
            <a:r>
              <a:rPr lang="en-US" sz="50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perdí todo.»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estabas escribiendo estaba en la RAM (el escritorio).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estaba en el disco hasta que apretaras Ctrl + 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521208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C163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212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Ctrl  +  S  =  guardar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60720" y="5349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Acordate de este atajo. Apretalo seguido.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piezas que sostienen todo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881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🟩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22860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PLACA MADRE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7889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«ciudad» donde se conectan todos los componentes.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 calles para hablar entre sí.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10881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20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🔌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411480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los 220 V del enchufe en voltajes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bajos para los componentes.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846320"/>
            <a:ext cx="10881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46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🌀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228600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REFRIGERACIÓN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54406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Ventiladores y disipadores que evitan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procesador se queme.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fuente mala puede dañar todo lo demás. No es lugar para ahorrar.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placa de video (GPU)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especializado en dibujar todo lo que ves en pantalla.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Viene adentro del CPU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económica.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para oficina,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navegación, YouTube,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videollamadas.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3108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Placa aparte, más potente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37490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Necesaria para juegos modernos,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de video,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3D,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jugás videojuegos pesados ni hacés diseño 3D, NO necesitás GPU dedicada.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Periféricos: lo que se enchufa afuera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356616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dan información a la PC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Teclado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Mouse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Micrófono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Cámara web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5440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📠 Escáner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228600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286000"/>
            <a:ext cx="3566160" cy="54864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PC te da información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Monitor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Parlantes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Auriculares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Impresora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5440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📽️ Proyector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12480" y="228600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286000"/>
            <a:ext cx="3566160" cy="54864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Hacen las dos cosas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Pantalla táctil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7824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Multifunción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7824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Headset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7824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Pendrive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Puertos: dónde se enchufa qué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91440" cy="1097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USB-A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63240" y="2194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Pendrives, mouse, teclado, impresoras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945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194560"/>
            <a:ext cx="91440" cy="1097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USB-C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41080" y="2194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Reversible. Celulares y notebooks nuevas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74720"/>
            <a:ext cx="91440" cy="1097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474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HDMI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6324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TV, proyector (imagen + audio)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47472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474720"/>
            <a:ext cx="91440" cy="1097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474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4108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antiguos. Solo imagen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75488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754880"/>
            <a:ext cx="91440" cy="1097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754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Jack 3.5 mm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063240" y="4754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Auriculares, micrófonos, parlantes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75488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754880"/>
            <a:ext cx="91440" cy="1097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754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Ethernet RJ-45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41080" y="4754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por cable. Más estable que WiFi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Leer una ficha técnica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tenés que mirar antes de comprar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Procesador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2377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(gen. 12+) o Ryzen 5+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154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Memoria RAM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3154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8 GB. Ideal 16 GB.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Almacenamiento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9768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(no HDD). Mínimo 256 GB.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709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97680" y="4709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 alcanza para oficina. Dedicada solo si jugás.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5577840"/>
            <a:ext cx="457200" cy="4572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486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Pantalla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97680" y="5486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HD (1920×1080) es el estándar.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Síntoma → posible causa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Tarda 5 minutos en encender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2286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HDD lento → cambiar a SSD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63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traba con muchas pestañas abiertas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063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RAM → ampliar memoria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40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entran más fotos / archivos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3840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840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lleno → limpiar o ampliar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apaga sola después de uso intenso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4617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617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Sobrecalentamiento → limpiar polvo, pasta térmica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10881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94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dónde conectar segunda pantalla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5394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5394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puertos → adaptador o dock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exactamente lo que vas a trabajar en Taller de Mantenimiento, 2° año.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Mantenimiento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compu bien cuidada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 8 a 10 años.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914400" y="393192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🌬️  Ventilación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393192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Limpiar polvo (una vez al año)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75488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754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Zapatilla con protección de picos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475488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754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Backups regulares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compus envejecen más por descuido que por edad real.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para hoy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¿Hardware o software?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uno, decidí en grupo y justificá: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560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teclado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256032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560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2560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37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337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del celular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09360" y="333756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37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0" y="3337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guardada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309360" y="411480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114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pendrive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31520" y="489204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92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892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batería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Glosario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clave para llevarse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49040" y="2468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física.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2880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no física: programas y datos.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(procesador)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cerebro: ejecuta instrucciones.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GHz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del procesador.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Núcleo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Mini-procesador dentro del procesador.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temporal de trabajo (escritorio).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mecánico, lento.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5349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moderno, rápido y resistente.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760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Periférico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49040" y="5760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que se conecta por fuera.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pasar a la Unidad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 podés explicar?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hardware de software con ejemplos propios.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hacen procesador, RAM y almacenamiento.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RAM de almacenamiento sin confundirte.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USB-A, USB-C, HDMI y jack en cualquier equipo.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54406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394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una ficha técnica y entender qué te están vendiendo.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Hardware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6B33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acá llegamos hoy.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 →  Unidad 3 · Software y 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que conocemos los fierros, vamos a lo que les da vida.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1° E.P.J.A.  ·  EPET N°7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2 - Hardware</dc:title>
  <dc:subject>PptxGenJS Presentation</dc:subject>
  <dc:creator>Docente E.P.J.A. - EPET N°7</dc:creator>
  <cp:lastModifiedBy>Docente E.P.J.A. - EPET N°7</cp:lastModifiedBy>
  <cp:revision>1</cp:revision>
  <dcterms:created xsi:type="dcterms:W3CDTF">2026-05-29T08:56:34Z</dcterms:created>
  <dcterms:modified xsi:type="dcterms:W3CDTF">2026-05-29T08:56:34Z</dcterms:modified>
</cp:coreProperties>
</file>