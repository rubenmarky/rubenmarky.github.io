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2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y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 operativos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le da vida a la computadora,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conviven los programas y dónde estás parado/a.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5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software?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y carpetas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907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software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2907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de archivo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621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operativo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621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 vs propietario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334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de SO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334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desinstalación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5047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047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escritorio paso a paso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5047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5047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esenciales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software?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137160" cy="164592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Conjunto de programas e instrucciones que le dicen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hardware QUÉ hacer y CUÁNDO hacerlo.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3484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👻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82880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toca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2880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cuerpo físico.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4297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443484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66928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instrucciones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6928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 al hardware qué hacer.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429768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43484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🔧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50976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puede cambiar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50976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instala, actualiza, borra.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tipos de software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3566160" cy="7315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Gestiona el 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Linux, Android.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primero que se ejecuta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le da soporte a todo lo demás.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3566160" cy="73152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APLICACIÓN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Resuelve tareas concretas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6118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WhatsApp, navegadores,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juegos, editores de foto.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usás día a día.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0" y="2286000"/>
            <a:ext cx="35661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286000"/>
            <a:ext cx="3566160" cy="73152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PROGRAMACIÓN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 los otros softwares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41080" y="36118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como Python o Java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editores de código.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vas a ver en 2° y 3° año.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unidad se concentra en los dos primeros. El tercero te espera en 2° año.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operativo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traductor entre vos y la computadora.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606040"/>
            <a:ext cx="9418320" cy="6858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606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3291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276"/>
                </a:solidFill>
              </a:rPr>
              <a:t>↕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9418320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474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APLICACIONES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474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navegador, juegos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41605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276"/>
                </a:solidFill>
              </a:rPr>
              <a:t>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343400"/>
            <a:ext cx="9418320" cy="68580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OPERATIVO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Android, Linux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5029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276"/>
                </a:solidFill>
              </a:rPr>
              <a:t>↕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1600" y="5212080"/>
            <a:ext cx="9418320" cy="685800"/>
          </a:xfrm>
          <a:prstGeom prst="rect">
            <a:avLst/>
          </a:prstGeom>
          <a:solidFill>
            <a:srgbClr val="8A8276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5212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5212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Procesador, memoria, disco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exactamente un SO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tareas, todo el tiempo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914400" cy="9144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GESTIONA EL HARDWARE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tiempo de CPU, espacio de 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al disco entre todos los programas.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560320"/>
            <a:ext cx="914400" cy="9144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58952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 LOS ARCHIVOS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2926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permite crear, copiar, mover,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y borrar archivos.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434840"/>
            <a:ext cx="914400" cy="9144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34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1168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UNA INTERFAZ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4800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muestra ventanas, menús, íconos.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cara visible de la computadora.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434840"/>
            <a:ext cx="914400" cy="9144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434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89520" y="4297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PROTEGE Y CONTROLA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48006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contraseñas, permisos.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cualquiera vea o cambie todo.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Familias de sistemas operativos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COMPUTADORAS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usado en hogares y oficinas.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Microsoft. Versión actual: 11.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5603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3154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de las computadoras Apple.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usado en diseño.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0" y="2560320"/>
            <a:ext cx="3566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0" y="31546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y gratuito.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y Linux Mint son las más amigables.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CELULARES Y TABLETS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usado del mundo.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mayoría de los celulares.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8463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937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de los iPhone y iPad de Apple.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Conocer el escritorio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zonas que aparecen en cualquier sistema operativo moderno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88136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377440" y="2743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0" y="27432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Iconos y accesos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743200"/>
            <a:ext cx="5852160" cy="2926080"/>
          </a:xfrm>
          <a:prstGeom prst="rect">
            <a:avLst/>
          </a:prstGeom>
          <a:solidFill>
            <a:srgbClr val="EFE7D6"/>
          </a:solidFill>
          <a:ln w="12700">
            <a:solidFill>
              <a:srgbClr val="8A82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743200"/>
            <a:ext cx="5852160" cy="3657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documento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2743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F1E7"/>
                </a:solidFill>
              </a:rPr>
              <a:t>− □ 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ventana abierta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(cualquier programa)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760720"/>
            <a:ext cx="10881360" cy="457200"/>
          </a:xfrm>
          <a:prstGeom prst="rect">
            <a:avLst/>
          </a:prstGeom>
          <a:solidFill>
            <a:srgbClr val="10293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76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F1E7"/>
                </a:solidFill>
              </a:rPr>
              <a:t>⊞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inicio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tareas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0" y="5760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 y carpetas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486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Mis Documentos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2715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Trabajo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3099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📄 Informe.docx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483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📊 Cuentas.xlsx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867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Fotos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📷 vacaciones.jpg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📷 cumple.jpg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5020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📁 Recibos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5404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 📄 luz_enero.pdf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carpetas (📁)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cajones.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3383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archivos (📄)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lo que hay adentro.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4526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anidarse: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dentro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otra carpeta.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extensiones: el apellido del archivo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informe_final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0" y="2194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.docx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(de qué tipo 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.docx, .odt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texto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74904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.xlsx, 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cálculo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que conserva formato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.jpg, .png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.mp3, .wav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84632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.mp4, .avi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539496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.zip, .rar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0" y="5394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comprimido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5394960"/>
            <a:ext cx="5394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5394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.exe, .msi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0" y="5394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Instalador de programa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libre  vs  propietario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5303520" cy="640080"/>
          </a:xfrm>
          <a:prstGeom prst="rect">
            <a:avLst/>
          </a:prstGeom>
          <a:solidFill>
            <a:srgbClr val="8A827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Cerrado y controlado por una empresa.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Windows, macOS, Microsoft Office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Adobe Photoshop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Casi todos los juegos comerciales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dueño sabe cómo funciona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decide qué se puede hacer con él.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se paga (licencia).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194560"/>
            <a:ext cx="5303520" cy="64008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194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Abierto: lo podés usar, copiar, modificar.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(Ubuntu, Mint)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LibreOffice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Firefox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GIMP, VLC, Audacity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937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código es público. Una comunidad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mantiene y mejora.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es gratuito.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casi todo lo que hace el software pago, existe una alternativa libre.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alternativas libres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pagás esto…  podrías usar gratis esto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Writer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Calc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 Impress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Photoshop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Illustrator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Inkscape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502920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264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Linux Mint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57784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577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5577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5577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7-Zip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pensar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cuesta el software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usás hoy?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Office + antivirus pagos =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10332720" cy="82296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varios cientos de dólares al año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alternativas libres hacen lo mismo, prácticamente gratis.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esto es una herramienta de autonomía.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Instalar software con seguridad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reglas que te ahorran sustos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Bajalo del sitio OFICIAL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 páginas de "descarga gratis crack".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40480"/>
            <a:ext cx="685800" cy="6858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Leé los pasos antes de aceptar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instaladores agregan basura si no lo evitás (toolbars, antivirus, navegadores).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029200"/>
            <a:ext cx="685800" cy="6858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4983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Desinstalá lo que no uses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programas = más espacio ocupado, más lento, más riesgo.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Atajos que cambian tu velocidad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945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37744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2194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3832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3832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3200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(¡el botón mágico!)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2062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891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20624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3891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389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F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78240" y="4206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dentro de un documento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2120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949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94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Tab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200400" y="5212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ventana abierta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52120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53949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0293F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394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⊞ + 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5212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la PC al irte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para hoy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¿Sistema, aplicación o programación?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Clasificá cada programa: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256032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603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Ubuntu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333756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3337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489204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92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92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32320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de la unidad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0" y="2468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 instrucciones (lo no físico).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operativo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base que gestiona el hardware.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para tareas específicas.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de información guardada.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Carpeta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de archivos y otras carpetas.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Sufijo del archivo que indica su tipo.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libre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0" y="4937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abierto. Se puede usar y modificar.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propietario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5349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Cerrado. Controlado por una empresa.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Atajo de teclado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0" y="5760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teclas que acelera tareas.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la Unidad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explicar?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software de sistema, aplicación y programación.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hace un sistema operativo en concreto.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4 zonas del escritorio.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206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archivos de carpetas y leer extensiones.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846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software libre y dar 3 ejemplos.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553212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32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486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al menos 4 atajos de teclado sin pensarlos.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principal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llevarse en la cabeza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0881360" cy="21031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software es lo que le da vida al hardware.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operativo es el que reparte tareas.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aplicaciones son las que vos usás.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10881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754880"/>
            <a:ext cx="137160" cy="128016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548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si podés elegir herramientas libres, ganás autonomía sin gastar.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Software y 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D2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acá llegamos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 →  Unidad 4 · Productividad e Internet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más larga del año, y la que más vas a usar en la vida real.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5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3 - Software y Sistemas Operativos</dc:title>
  <dc:subject>PptxGenJS Presentation</dc:subject>
  <dc:creator>Docente E.P.J.A. - EPET N°7</dc:creator>
  <cp:lastModifiedBy>Docente E.P.J.A. - EPET N°7</cp:lastModifiedBy>
  <cp:revision>1</cp:revision>
  <dcterms:created xsi:type="dcterms:W3CDTF">2026-05-29T13:43:47Z</dcterms:created>
  <dcterms:modified xsi:type="dcterms:W3CDTF">2026-05-29T13:43:47Z</dcterms:modified>
</cp:coreProperties>
</file>