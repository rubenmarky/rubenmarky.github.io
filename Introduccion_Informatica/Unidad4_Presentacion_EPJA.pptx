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EPET N°7 · 1° E.P.J.A.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3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Unidad 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Productividad,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y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ciudadanía digital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unidad más larga del año.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más vas a aplicar en la vida real.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Ciclo lectivo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aprender?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Procesador de texto · CV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0" y="2194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eficaz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907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907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 cálculo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2907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0" y="29077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profesional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621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621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362102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32320" y="3621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en línea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4334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334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433425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43342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digital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5047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5047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y la Web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00800" y="504748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50474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derechos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hs cátedra · 8 actividades · Tu CV es la actividad estrella del portafolio.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Procesador de texto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LibreOffice Writer, Google Docs: los tres hacen casi lo mismo.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✏️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Escribir y editar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Copiar, pegar, deshacer (Ctrl+Z).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4688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4688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🅱️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69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Negrita, cursiva, color, tamaño.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24688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4688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📑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50976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0" y="31546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con estilos, salto de página.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976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🖼️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82880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tablas, hipervínculos.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42976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2976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66928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Encabezado y pie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Numeración, fecha, datos fijos.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0" y="4297680"/>
            <a:ext cx="35661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4297680"/>
            <a:ext cx="914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💾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5097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Guardar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.docx, .odt, .pdf.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estrella  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CV: tu primer documento real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al portafolio. Va a llegar a empleadores. Tiene que ser claro y prolijo.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02920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MARÍA LÓPEZ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Jardín América, Misiones  ·  3743-XXXX  ·  marialopez@gmail.com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3291840"/>
            <a:ext cx="4663440" cy="0"/>
          </a:xfrm>
          <a:prstGeom prst="line">
            <a:avLst/>
          </a:prstGeom>
          <a:noFill/>
          <a:ln w="12700">
            <a:solidFill>
              <a:srgbClr val="C163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457200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886200"/>
            <a:ext cx="384048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1605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4480560"/>
            <a:ext cx="457200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617720"/>
            <a:ext cx="384048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920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5212080"/>
            <a:ext cx="457200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49240"/>
            <a:ext cx="384048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62356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5943600"/>
            <a:ext cx="457200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080760"/>
            <a:ext cx="384048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468880"/>
            <a:ext cx="5303520" cy="3749040"/>
          </a:xfrm>
          <a:prstGeom prst="rect">
            <a:avLst/>
          </a:prstGeom>
          <a:solidFill>
            <a:srgbClr val="FFF4E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468880"/>
            <a:ext cx="137160" cy="3749040"/>
          </a:xfrm>
          <a:prstGeom prst="rect">
            <a:avLst/>
          </a:prstGeom>
          <a:solidFill>
            <a:srgbClr val="B86E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⚠️  Los 3 errores más frecuentes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58368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Mail no profesional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36118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tigresalvaje@hotmail.com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Mucho color y logos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4572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en 30 segundos. Tiene que ser claro.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212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Faltas de ortografía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66560" y="5532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Revisalo dos veces. Pedile a alguien que lo lea.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Planilla de cálculo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 la herramienta de productividad más subestimada.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468880"/>
            <a:ext cx="54864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463040" y="2468880"/>
            <a:ext cx="256032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468880"/>
            <a:ext cx="256032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2468880"/>
            <a:ext cx="256032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880360"/>
            <a:ext cx="54864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880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288036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88036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Cantidad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88036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291840"/>
            <a:ext cx="54864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3291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329184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Yerba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23360" y="329184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29184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=B2*500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3703320"/>
            <a:ext cx="54864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3703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63040" y="370332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5448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Azúcar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23360" y="370332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370332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703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=B3*800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4114800"/>
            <a:ext cx="54864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" y="4114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63040" y="411480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544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Galleti.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023360" y="411480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411480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=B4*350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4526280"/>
            <a:ext cx="548640" cy="411480"/>
          </a:xfrm>
          <a:prstGeom prst="rect">
            <a:avLst/>
          </a:prstGeom>
          <a:solidFill>
            <a:srgbClr val="EFE7D6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45262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8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463040" y="452628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5448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23360" y="452628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583680" y="4526280"/>
            <a:ext cx="25603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8A827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4526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=SUMA(D2:D4)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ves una fórmula (con =), la planilla la calcula sola.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3152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cambiás un número de la columna B, los totales se recalculan en el acto.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fórmulas más útiles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 estas 6 ya manejás el 80% de los casos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109728" cy="105156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=SUMA(A1:A10)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todos los valores del rango.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2286000"/>
            <a:ext cx="109728" cy="105156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423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=PROMEDIO(A1:A10)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promedio.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474720"/>
            <a:ext cx="109728" cy="105156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=MAX(A1:A10)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más alto.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47472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474720"/>
            <a:ext cx="109728" cy="105156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611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=MIN(A1:A10)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8368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más bajo.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66344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663440"/>
            <a:ext cx="109728" cy="105156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=CONTAR(A1:A10)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celdas con números.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66344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4663440"/>
            <a:ext cx="109728" cy="105156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=SI(cond; sí; no)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8368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decisiones automáticas.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fórmula empieza con  =  (igual).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Presentaciones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 la herramienta más mal usada del mundo.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035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Titulo demasiado largo que dice todo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484632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858768"/>
            <a:ext cx="457200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151376"/>
            <a:ext cx="429768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443984"/>
            <a:ext cx="402336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736592"/>
            <a:ext cx="374904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029200"/>
            <a:ext cx="3474720" cy="0"/>
          </a:xfrm>
          <a:prstGeom prst="line">
            <a:avLst/>
          </a:prstGeom>
          <a:noFill/>
          <a:ln w="63500">
            <a:solidFill>
              <a:srgbClr val="D9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público lee, no te escucha.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468880"/>
            <a:ext cx="53035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474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idea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👁️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5532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Vos sos quien habla. La slide solo apoya.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nube: tus archivos en cualquier lado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nube» no es mágica: son servidores en edificios reales, accesibles por Internet.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📱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82880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 desde cualquier lado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PC, notebook, celular.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46888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46888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🛡️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66928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Respaldo automático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rompe la PC, los archivos siguen.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246888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468880"/>
            <a:ext cx="914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👥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509760" y="2606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0" y="3063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personas editan al mismo tiempo.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MÁS USADOS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617720"/>
            <a:ext cx="26289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70916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31520" y="525780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Drive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57784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GB gratis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43300" y="4617720"/>
            <a:ext cx="26289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3300" y="470916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543300" y="525780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OneDrive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43300" y="557784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GB · de Microsoft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55080" y="4617720"/>
            <a:ext cx="26289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470916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55080" y="525780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iCloud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55080" y="557784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Apple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66860" y="4617720"/>
            <a:ext cx="26289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66860" y="4709160"/>
            <a:ext cx="26289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166860" y="5257800"/>
            <a:ext cx="2628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Dropbox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66860" y="5577840"/>
            <a:ext cx="2628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gratis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la otra confusión clásica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  ≠  Web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5303520" cy="3749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468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🌐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mundial que conecta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computadoras: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cables, satélites, routers.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28600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468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📄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309360" y="3383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0936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DENTRO DE INTERNET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44348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que ves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navegador.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UNO de los servicios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viajan por Internet.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Internet también viaja: el correo, WhatsApp, las videollamadas, los juegos.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 bien: un arte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encontrar la respuesta en 5 segundos o perder media hora.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 ESPECÍFICO/A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2468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«plantas»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0" y="2468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06640" y="24688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«cómo cuidar potus con poca luz»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83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COMILLAS PARA FRASE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33832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camino sierras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3383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406640" y="33832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"camino de las sierras"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97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AÑO O LUGAR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4297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«jubilación mínima»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4297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4297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«jubilación mínima Argentina 2026»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2120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212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 site: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5212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«jubilación argentina»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52120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1632F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06640" y="52120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«jubilación site:anses.gob.ar»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quién confiar?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semáforo de fuentes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3566160" cy="3657600"/>
          </a:xfrm>
          <a:prstGeom prst="rect">
            <a:avLst/>
          </a:prstGeom>
          <a:solidFill>
            <a:srgbClr val="E8F5E9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🟢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4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44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oficiales .gob.ar,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universidades, medios reconocidos,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OMS, ONU.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3566160" cy="3657600"/>
          </a:xfrm>
          <a:prstGeom prst="rect">
            <a:avLst/>
          </a:prstGeom>
          <a:solidFill>
            <a:srgbClr val="FFF4E0"/>
          </a:solidFill>
          <a:ln w="25400">
            <a:solidFill>
              <a:srgbClr val="B86E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🟡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AMARILLO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criterio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44348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 personales, foros,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antes de creer.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2377440"/>
            <a:ext cx="3566160" cy="3657600"/>
          </a:xfrm>
          <a:prstGeom prst="rect">
            <a:avLst/>
          </a:prstGeom>
          <a:solidFill>
            <a:srgbClr val="FFE0E0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5603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🔴</a:t>
            </a:r>
            <a:endParaRPr lang="en-US" sz="5000" dirty="0"/>
          </a:p>
        </p:txBody>
      </p:sp>
      <p:sp>
        <p:nvSpPr>
          <p:cNvPr id="16" name="Text 14"/>
          <p:cNvSpPr/>
          <p:nvPr/>
        </p:nvSpPr>
        <p:spPr>
          <a:xfrm>
            <a:off x="8412480" y="3520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2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ROJO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977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95360" y="44348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anónimas,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reenviados,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que apela al miedo.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Correo electrónico profesional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trabajos y trámites formales, sigue siendo la herramienta más usada.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3F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3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Usá tu NOMBRE REAL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61188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11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maria.lopez@gmail.com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2519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mlopez1985@gmail.com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E8F5E9"/>
          </a:solidFill>
          <a:ln w="12700">
            <a:solidFill>
              <a:srgbClr val="3F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92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6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marialopezfdez@outlook.com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468880"/>
            <a:ext cx="530352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2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Apodos, números, fantasías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361188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6118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tigresalvaje@hotmail.com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425196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251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princesita123@yahoo.com.ar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489204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FFE0E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892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elnico95@gmail.com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correo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tiene que tener  ·  ejemplo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0881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86000"/>
            <a:ext cx="10881360" cy="731520"/>
          </a:xfrm>
          <a:prstGeom prst="rect">
            <a:avLst/>
          </a:prstGeom>
          <a:solidFill>
            <a:srgbClr val="EFE7D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rrhh@empresaejemplo.com.ar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700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Asunto: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2670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63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Postulación al puesto de auxiliar administrativo · María López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Estimados/as,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nombre es María López, tengo 38 años y resido en Jardín América, Misiones.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escribo en respuesta al aviso publicado en el portal X, donde solicitan personal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tareas administrativas.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Adjunto mi CV con mi formación y experiencia. Quedo a disposición para una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en el horario y modalidad que les resulte conveniente.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Saludos cordiales,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0"/>
            <a:ext cx="10515600" cy="0"/>
          </a:xfrm>
          <a:prstGeom prst="line">
            <a:avLst/>
          </a:prstGeom>
          <a:noFill/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López  ·  3743-XXXXXX  ·  marialopez@gmail.com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Trámites en línea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antes era ir a una oficina, hoy se hace desde el celular.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109728" cy="10515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 Argentina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virtual, licencia, certificados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46888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468880"/>
            <a:ext cx="109728" cy="10515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606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3017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Jubilaciones, AUH, asignaciones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657600"/>
            <a:ext cx="109728" cy="10515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ARCA (ex AFIP)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CUIL, monotributo, facturación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65760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3657600"/>
            <a:ext cx="109728" cy="10515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794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banking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9400" y="42062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Saldo, transferir, pagar servicios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84632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846320"/>
            <a:ext cx="109728" cy="10515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Billeteras virt.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5156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Pago, Ualá, Cuenta DNI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846320"/>
            <a:ext cx="5394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4846320"/>
            <a:ext cx="109728" cy="10515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9834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PAMI / Obras soc.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629400" y="5394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 médicos, autorizaciones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Ojo: el dominio oficial siempre termina en .gob.ar (nacional). Cuidado con páginas falsas.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3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Seguridad digital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Probablemente la sección más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importante de toda la materia.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problemas digitales no vienen de hackers expertos,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de descuidos cotidianos.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 te puede ahorrar mucho dinero, mucho tiempo y muchos disgustos.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seguras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llave de toda tu vida digital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26289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12 caracteres.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43300" y="2286000"/>
            <a:ext cx="26289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3300" y="23774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Aa1!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3300" y="310896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MEZCLADAS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80460" y="352044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Mayús., minús., números, símbolos.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2286000"/>
            <a:ext cx="26289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3774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310896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52044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distinta por servicio importante.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66860" y="2286000"/>
            <a:ext cx="26289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6860" y="2377440"/>
            <a:ext cx="2628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🚫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66860" y="3108960"/>
            <a:ext cx="2628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OBVIO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04020" y="3520440"/>
            <a:ext cx="2354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fecha de nacimiento ni «123456».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10881360" cy="1828800"/>
          </a:xfrm>
          <a:prstGeom prst="rect">
            <a:avLst/>
          </a:prstGeom>
          <a:solidFill>
            <a:srgbClr val="FFF4E0"/>
          </a:solidFill>
          <a:ln w="12700">
            <a:solidFill>
              <a:srgbClr val="B86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6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🪄  Truco: una frase que solo vos sepas, tomá las iniciales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«Mi primer perro se llamaba Cuchufleta en 2003»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6E0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Mpps11C€2003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capa extra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Autenticación en dos pasos  (2FA)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alguien tenga tu contraseña, no entra sin el segundo factor.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🔑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contraseña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SABÉS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2743200"/>
            <a:ext cx="731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1632F"/>
                </a:solidFill>
              </a:rPr>
              <a:t>+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4937760" y="27432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37760" y="3840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al celular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TENÉS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2743200"/>
            <a:ext cx="731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1632F"/>
                </a:solidFill>
              </a:rPr>
              <a:t>=</a:t>
            </a:r>
            <a:endParaRPr lang="en-US" sz="5000" dirty="0"/>
          </a:p>
        </p:txBody>
      </p:sp>
      <p:sp>
        <p:nvSpPr>
          <p:cNvPr id="15" name="Shape 13"/>
          <p:cNvSpPr/>
          <p:nvPr/>
        </p:nvSpPr>
        <p:spPr>
          <a:xfrm>
            <a:off x="9144000" y="2743200"/>
            <a:ext cx="2468880" cy="228600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30175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6F1E7"/>
                </a:solidFill>
              </a:rPr>
              <a:t>✓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9144000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Activala SIEMPRE en: correo, banco, redes sociales.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Atención  ⚠️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Phishing: la estafa más común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«Pescar» en inglés. Te mandan un mensaje haciéndose pasar por una entidad confiable.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B8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SEÑALES CLÁSICAS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B8202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</a:rPr>
              <a:t>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genera URGENCIA («su cuenta será suspendida en 24 horas»)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538728"/>
            <a:ext cx="320040" cy="320040"/>
          </a:xfrm>
          <a:prstGeom prst="ellipse">
            <a:avLst/>
          </a:prstGeom>
          <a:solidFill>
            <a:srgbClr val="B8202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493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datos personales, contraseñas o códigos por mensaje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105656"/>
            <a:ext cx="320040" cy="320040"/>
          </a:xfrm>
          <a:prstGeom prst="ellipse">
            <a:avLst/>
          </a:prstGeom>
          <a:solidFill>
            <a:srgbClr val="B8202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05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</a:rPr>
              <a:t>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0599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errores de ortografía o redacción rara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672584"/>
            <a:ext cx="320040" cy="320040"/>
          </a:xfrm>
          <a:prstGeom prst="ellipse">
            <a:avLst/>
          </a:prstGeom>
          <a:solidFill>
            <a:srgbClr val="B8202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72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62686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dirección parece oficial pero tiene detalles raros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239512"/>
            <a:ext cx="320040" cy="320040"/>
          </a:xfrm>
          <a:prstGeom prst="ellipse">
            <a:avLst/>
          </a:prstGeom>
          <a:solidFill>
            <a:srgbClr val="B8202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239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F1E7"/>
                </a:solidFill>
              </a:rPr>
              <a:t>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1937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enlace para «verificar» o «reactivar» algo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7A1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5486400" cy="5486400"/>
          </a:xfrm>
          <a:prstGeom prst="ellipse">
            <a:avLst/>
          </a:prstGeom>
          <a:solidFill>
            <a:srgbClr val="5A0F0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Las reglas de oro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 el phishing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594360" cy="5943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4688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banco, ARCA, ANSES ni billetera te pide CONTRASEÑA, CLAVE TOKEN ni CÓDIGOS por teléfono, mail o WhatsApp.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474720"/>
            <a:ext cx="594360" cy="5943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74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3832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recibís un mensaje urgente, NO HAGAS CLIC. Entrá vos al sitio oficial desde el navegador.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4389120"/>
            <a:ext cx="594360" cy="5943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42976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dudás, llamá al teléfono OFICIAL del banco (el de la tarjeta), nunca al del mensaje sospechoso.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5303520"/>
            <a:ext cx="594360" cy="594360"/>
          </a:xfrm>
          <a:prstGeom prst="ellipse">
            <a:avLst/>
          </a:prstGeom>
          <a:solidFill>
            <a:srgbClr val="F6F1E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03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18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52120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compartas DNI ni datos sensibles por mensajes no solicitados.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 de seguridad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 no es si tu disco va a fallar.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CUÁNDO.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 3 - 2 - 1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3566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3429000"/>
            <a:ext cx="914400" cy="914400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versiones de tus archivos.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original + dos copias.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291840"/>
            <a:ext cx="3566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3429000"/>
            <a:ext cx="914400" cy="914400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dos tipos de soporte distintos.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(Ej.: disco externo y nube.)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0" y="3291840"/>
            <a:ext cx="35661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38360" y="3429000"/>
            <a:ext cx="914400" cy="914400"/>
          </a:xfrm>
          <a:prstGeom prst="ellipse">
            <a:avLst/>
          </a:prstGeom>
          <a:solidFill>
            <a:srgbClr val="3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9738360" y="3429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841248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AFUERA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0" y="4846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copia FUERA de tu casa.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nube cumple esa función.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huella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cosa que hacés en Internet deja un rastro. La suma es tu identidad digital.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búsquedas en Google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5603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56032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❤️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669280" y="2560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me gusta en redes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12480" y="25603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56032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9509760" y="25603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ubicación cuando la activás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comprás online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40233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0233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📺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669280" y="4023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ves en YouTube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402336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40233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509760" y="40233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te escribe y a quién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publicar, preguntate: «¿me incomoda si mi jefa, mi familia, un empleador lo ven?»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derechos en Argentina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Ley 25.326 de Protección de Datos Personales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088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377440"/>
            <a:ext cx="13716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Derecho de ACCESO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qué datos tuyos tiene una empresa o institución.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1088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337560"/>
            <a:ext cx="13716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Derecho de RECTIFICACIÓN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datos incorrectos.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1088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297680"/>
            <a:ext cx="13716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Derecho de SUPRESIÓN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7548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que los borren si ya no son necesarios.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257800"/>
            <a:ext cx="1088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257800"/>
            <a:ext cx="13716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Derecho de USO LIMITADO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no se usen para fines distintos a los autorizados.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clase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¿Es phishing o no?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mensaje hipotético, indicá si te parece phishing y explicá por qué: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5603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«Banco Nación: detectamos un movimiento sospechoso en su cuenta. Haga clic aquí para verificar: bnanacional-seguridad.com.ar»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4747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«Hola, soy María de RRHH de la empresa X. Vimos su CV y queremos coordinar una entrevista.»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8056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43891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«ARCA: usted ha sido beneficiario de un reintegro. Confirme sus datos bancarios respondiendo este correo.»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52120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394960"/>
            <a:ext cx="457200" cy="457200"/>
          </a:xfrm>
          <a:prstGeom prst="ellipse">
            <a:avLst/>
          </a:prstGeom>
          <a:solidFill>
            <a:srgbClr val="C1632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53035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«Mercado Pago: usted ganó $500.000 en nuestro sorteo. Reclámelo en: mp-premios.online»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 a casa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Auditá tu vida digital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preguntas. Identificá UN cambio concreto a hacer esta semana.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56032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¿Usás la misma contraseña en varios servicios?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273552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735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273552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¿Tenés activada la autenticación en dos pasos en tu correo principal?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986784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9867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98678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¿Hace cuánto que no hacés backup de tus fotos o documentos?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700016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70001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70001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correo principal tiene nombre profesional?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5413248"/>
            <a:ext cx="10881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41324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541324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Mirá tu última publicación: ¿la mostrarías a un empleador?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Glosario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palabras clave de la unidad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49040" y="2468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remotos accesibles por Internet.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mundial que conecta computadoras.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páginas dentro de Internet.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una página web.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Phishing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Estafa por suplantación de identidad.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2FA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4526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en dos pasos.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4937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de seguridad.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349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Huella digital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5349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Rastro de información que dejás en línea.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personales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5760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dato que te identifique.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pasar a la Unidad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¿Lo podés hacer?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21945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tu CV y exportarlo en .docx y .pdf.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una planilla con fórmulas básicas (=SUMA, =PROMEDIO).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383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Internet de la Web.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9776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información de manera eficaz y evaluar fuentes.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461772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 correo electrónico profesional.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 intento de phishing.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22960" y="5806440"/>
            <a:ext cx="411480" cy="4114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163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806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1632F"/>
                </a:solidFill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5760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contraseñas seguras y activar 2FA.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16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llevarse en la cabeza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4E7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idea principal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0881360" cy="2286000"/>
          </a:xfrm>
          <a:prstGeom prst="rect">
            <a:avLst/>
          </a:prstGeom>
          <a:solidFill>
            <a:srgbClr val="3F6B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unidad no era un saber para «el futuro».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 un saber para esta semana,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el próximo trámite,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próxima vez que alguien te quiera estafar.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502920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CD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5029200"/>
            <a:ext cx="137160" cy="1097280"/>
          </a:xfrm>
          <a:prstGeom prst="rect">
            <a:avLst/>
          </a:prstGeom>
          <a:solidFill>
            <a:srgbClr val="C1632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163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solo te llevás dos cosas de esta materia: tu CV y saber detectar phishing.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Productividad e Internet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C3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6B331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i="1" dirty="0">
                <a:solidFill>
                  <a:srgbClr val="F6F1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acá llegamos hoy.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 →  Unidad 5 · Pensamiento computacional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Dejamos lo operativo y nos metemos en algo nuevo: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6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pensar como una computadora.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C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Informática  ·  1° E.P.J.A.  ·  EPET N°7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4 - Productividad, Internet y ciudadanía digital</dc:title>
  <dc:subject>PptxGenJS Presentation</dc:subject>
  <dc:creator>Docente E.P.J.A. - EPET N°7</dc:creator>
  <cp:lastModifiedBy>Docente E.P.J.A. - EPET N°7</cp:lastModifiedBy>
  <cp:revision>1</cp:revision>
  <dcterms:created xsi:type="dcterms:W3CDTF">2026-05-29T18:47:47Z</dcterms:created>
  <dcterms:modified xsi:type="dcterms:W3CDTF">2026-05-29T18:47:47Z</dcterms:modified>
</cp:coreProperties>
</file>