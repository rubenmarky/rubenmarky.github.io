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· 1° E.P.J.A.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 de la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informática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informática, cómo se representa la información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qué las máquinas piensan en ceros y unos.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Ciclo lectivo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aprender?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informática?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mide la información?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e información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información digital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la computación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931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computadoras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binario (0 y 1)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ir paso a paso, con ejemplos cotidianos.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 informática?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310896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06240" y="21945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937760" y="2194560"/>
            <a:ext cx="310896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automática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0" y="21945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961120" y="2194560"/>
            <a:ext cx="3108960" cy="1280160"/>
          </a:xfrm>
          <a:prstGeom prst="roundRect">
            <a:avLst>
              <a:gd name="adj" fmla="val 10714"/>
            </a:avLst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informática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que estudia el tratamiento automático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información mediante computadoras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otros dispositivos.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cotidiano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kiosco con cuaderno  vs.  un kiosco con planilla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91440" cy="338328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📓  A mano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Anotás cada venta en un cuaderno.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 del día sumás con la calculadora.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volvés a empezar.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Tratamiento de la información, manual.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377440"/>
            <a:ext cx="91440" cy="3383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💻  Con planilla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Cargás cada venta una sola vez.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planilla calcula totales, ganancias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te avisa qué se está terminando.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5029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Tratamiento de la información, automático.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Eso es informática aplicada.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 e información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como sinónimos. No lo son.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¿Edad? ¿Temperatura? ¿Resultado?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Solo, no nos dice nada.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651760"/>
            <a:ext cx="5303520" cy="3200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834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33832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«La temperatura corporal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Juan es de 37 °C»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4846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Sabés a quién, qué unidad usa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decisión podés tomar.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básica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datos a información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3108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931920" y="292608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632F"/>
                </a:solidFill>
              </a:rPr>
              <a:t>+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0" y="2926080"/>
            <a:ext cx="3108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PROCESAMIENTO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0" y="292608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632F"/>
                </a:solidFill>
              </a:rPr>
              <a:t>=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412480" y="2926080"/>
            <a:ext cx="3108960" cy="1188720"/>
          </a:xfrm>
          <a:prstGeom prst="roundRect">
            <a:avLst>
              <a:gd name="adj" fmla="val 11538"/>
            </a:avLst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INFORMACIÓN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la balanza de la verdulería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peso 1,250 kg + precio $2.000/kg.    Procesamiento: multiplicar.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Información: ticket «Tomates · 1,250 kg · $2.500».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Breve historia de la computación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3657600"/>
            <a:ext cx="100584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547872"/>
            <a:ext cx="219456" cy="219456"/>
          </a:xfrm>
          <a:prstGeom prst="ellipse">
            <a:avLst/>
          </a:prstGeom>
          <a:solidFill>
            <a:srgbClr val="C1632F"/>
          </a:solidFill>
          <a:ln w="25400">
            <a:solidFill>
              <a:srgbClr val="F6F1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XVII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3977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Calculadoras mecánicas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33472" y="3547872"/>
            <a:ext cx="219456" cy="219456"/>
          </a:xfrm>
          <a:prstGeom prst="ellipse">
            <a:avLst/>
          </a:prstGeom>
          <a:solidFill>
            <a:srgbClr val="C1632F"/>
          </a:solidFill>
          <a:ln w="25400">
            <a:solidFill>
              <a:srgbClr val="F6F1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XIX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3977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Babbage · Ada Lovelace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3547872"/>
            <a:ext cx="219456" cy="219456"/>
          </a:xfrm>
          <a:prstGeom prst="ellipse">
            <a:avLst/>
          </a:prstGeom>
          <a:solidFill>
            <a:srgbClr val="C1632F"/>
          </a:solidFill>
          <a:ln w="25400">
            <a:solidFill>
              <a:srgbClr val="F6F1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1940s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977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 · válvulas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25312" y="3547872"/>
            <a:ext cx="219456" cy="219456"/>
          </a:xfrm>
          <a:prstGeom prst="ellipse">
            <a:avLst/>
          </a:prstGeom>
          <a:solidFill>
            <a:srgbClr val="C1632F"/>
          </a:solidFill>
          <a:ln w="25400">
            <a:solidFill>
              <a:srgbClr val="F6F1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1970s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3977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la PC personal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71232" y="3547872"/>
            <a:ext cx="219456" cy="219456"/>
          </a:xfrm>
          <a:prstGeom prst="ellipse">
            <a:avLst/>
          </a:prstGeom>
          <a:solidFill>
            <a:srgbClr val="C1632F"/>
          </a:solidFill>
          <a:ln w="25400">
            <a:solidFill>
              <a:srgbClr val="F6F1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1990s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3977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al gran público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17152" y="3547872"/>
            <a:ext cx="219456" cy="219456"/>
          </a:xfrm>
          <a:prstGeom prst="ellipse">
            <a:avLst/>
          </a:prstGeom>
          <a:solidFill>
            <a:srgbClr val="C1632F"/>
          </a:solidFill>
          <a:ln w="25400">
            <a:solidFill>
              <a:srgbClr val="F6F1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 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58200" y="3977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smartphone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863072" y="3547872"/>
            <a:ext cx="219456" cy="219456"/>
          </a:xfrm>
          <a:prstGeom prst="ellipse">
            <a:avLst/>
          </a:prstGeom>
          <a:solidFill>
            <a:srgbClr val="C1632F"/>
          </a:solidFill>
          <a:ln w="25400">
            <a:solidFill>
              <a:srgbClr val="F6F1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04120" y="3977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computadoras no aparecieron de un día para el otro.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Venimos de varios siglos de invenciones, intentos y mejoras.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hacías esto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hace 25 años?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374904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Sacar un turno médico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0" y="374904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Escuchar música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72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Pagar un servicio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457200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572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Buscar un teléfono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diferencia, en unas pocas décadas, es la revolución informática.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todavía no terminó.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las computadoras usan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ceros y unos?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3520440"/>
            <a:ext cx="822960" cy="822960"/>
          </a:xfrm>
          <a:prstGeom prst="ellipse">
            <a:avLst/>
          </a:prstGeom>
          <a:solidFill>
            <a:srgbClr val="8A8276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4846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858000" y="320040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3520440"/>
            <a:ext cx="822960" cy="82296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846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Adentro hay millones de transistores.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es un interruptor: o apagado, o prendido.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solo dos y no diez?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Cuantas menos posibilidades, menos errores.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F4E79"/>
                </a:solidFill>
              </a:rPr>
              <a:t>🚦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Semáforo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Verde, amarillo, rojo. No cien tonalidades de verde.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926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F4E79"/>
                </a:solidFill>
              </a:rPr>
              <a:t>·—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0" y="4206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 Morse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punto y raya. Con eso se transmite todo.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27432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926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F4E79"/>
                </a:solidFill>
              </a:rPr>
              <a:t>0 1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412480" y="4206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Computadora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 o prendido. Sin estados intermedios.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binario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lo que ves, por dentro,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ceros y unos.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letra A para una computadora: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490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4937760" y="41148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1632F"/>
                </a:solidFill>
              </a:rPr>
              <a:t>→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5943600" y="3749040"/>
            <a:ext cx="5760720" cy="1828800"/>
          </a:xfrm>
          <a:prstGeom prst="rect">
            <a:avLst/>
          </a:prstGeom>
          <a:solidFill>
            <a:srgbClr val="10293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374904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400" kern="0" dirty="0">
                <a:solidFill>
                  <a:srgbClr val="E8A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01000001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hacer cuentas en binario para aprobar la materia.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saber que toda letra, foto, canción o video, por dentro, es así.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mide la información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91440" cy="3749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 ó  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05840" y="4206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MÁS PEQUEÑA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información que existe.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distinguir entre dos opciones (sí/no).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303520" cy="3749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bits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583680" y="4206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8 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letra, un número o un signo.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palabra «Hola» pesa 4 bytes (una letra = un byte).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múltiplos del byte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nivel  ≈  ×1.000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subimos un nivel, multiplicamos por mil.   Por eso un video llena un celular y un texto 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13716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Byte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0" y="2194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2194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letra: «A»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71800"/>
            <a:ext cx="13716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71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KB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0896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1.000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971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de texto plano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49040"/>
            <a:ext cx="13716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08960" y="3749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1.000 KB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37490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del celular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13716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526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GB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108960" y="4526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1.000 MB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45262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película en buena calidad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530352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303520"/>
            <a:ext cx="137160" cy="68580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303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108960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1.000 GB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5303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familia, años de fotos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dimensionar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pesa lo que usás?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0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 texto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3774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2-5 MB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052560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del celular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57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3-10 MB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3657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657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10-50 MB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52560" y="3657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video de Instagram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9377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1-5 GB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74720" y="4937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película en HD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49377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50-150 GB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052560" y="4937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juego moderno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información digital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📄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letra = 1 byte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5120640"/>
            <a:ext cx="1965960" cy="22860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5120640"/>
            <a:ext cx="245745" cy="22860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394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21945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3774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📷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611880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4114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píxeles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5120640"/>
            <a:ext cx="1965960" cy="22860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977640" y="5120640"/>
            <a:ext cx="737235" cy="22860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7" name="Text 15"/>
          <p:cNvSpPr/>
          <p:nvPr/>
        </p:nvSpPr>
        <p:spPr>
          <a:xfrm>
            <a:off x="3977640" y="5394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21945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3774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🎵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6492240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4114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muestras por segundo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5120640"/>
            <a:ext cx="1965960" cy="22860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5120640"/>
            <a:ext cx="1228725" cy="22860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5394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72600" y="21945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23774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🎬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9372600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55480" y="4114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+ sonido + 30 fps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38360" y="5120640"/>
            <a:ext cx="1965960" cy="22860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30" name="Shape 28"/>
          <p:cNvSpPr/>
          <p:nvPr/>
        </p:nvSpPr>
        <p:spPr>
          <a:xfrm>
            <a:off x="9738360" y="5120640"/>
            <a:ext cx="1965960" cy="22860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31" name="Text 29"/>
          <p:cNvSpPr/>
          <p:nvPr/>
        </p:nvSpPr>
        <p:spPr>
          <a:xfrm>
            <a:off x="9738360" y="5394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texto  &lt;  imagen  &lt;  audio  &lt;  video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Computadoras a tu alrededor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🖥️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920240" y="22860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 de escritorio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28600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💻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60720" y="22860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0" y="22860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28600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📱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601200" y="22860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Smartphone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1480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📋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920240" y="4114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41148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11480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🖧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760720" y="4114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Servidor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0" y="41148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11480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🧊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601200" y="4114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Embebido (heladera, auto)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Convivimos con muchísimas más computadoras de las que creemos.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para hoy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¿Dato o información?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uno, indicá si es dato o información, y justificá: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«38,5»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temperatura de mi hija fue de 38,5 °C»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«$45.000»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sueldo mínimo en Argentina es de $X»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«Lluvia»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623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«Mañana se esperan lluvias en Misiones según el SMN»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 rápido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llevarse en la cabeza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Informática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02336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automático de la información.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aislado, sin contexto.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Información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procesados con contexto, útil para decidir.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mínima: 0 ó 1.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023360" y="4663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bits. Alcanza para una letra.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binario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5212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Numeración con solo dos dígitos (0 y 1).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760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Píxel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5760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de color de una imagen digital.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pasar a la Unidad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 podés explicar con tus palabras?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informática.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dato e información.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computadoras usan binario.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bit y qué es un byte.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54406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394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video ocupa más espacio que un texto.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podés explicar sin mirar el apunte, estás listo o lista para la Unidad 2.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Fundamentos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acá llegamos hoy.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 →  Unidad 2 · Hardware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abrir la caja y ver qué tiene adentro una computadora.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1° E.P.J.A.  ·  EPET N°7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1 - Fundamentos de la informática</dc:title>
  <dc:subject>PptxGenJS Presentation</dc:subject>
  <dc:creator>Docente E.P.J.A. - EPET N°7</dc:creator>
  <cp:lastModifiedBy>Docente E.P.J.A. - EPET N°7</cp:lastModifiedBy>
  <cp:revision>1</cp:revision>
  <dcterms:created xsi:type="dcterms:W3CDTF">2026-05-29T08:48:58Z</dcterms:created>
  <dcterms:modified xsi:type="dcterms:W3CDTF">2026-05-29T08:48:58Z</dcterms:modified>
</cp:coreProperties>
</file>